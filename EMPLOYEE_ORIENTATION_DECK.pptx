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4F46E5"/>
                </a:solidFill>
              </a:rPr>
              <a:t>BizStack Hosts</a:t>
            </a:r>
          </a:p>
          <a:p>
            <a:pPr algn="ctr"/>
            <a:r>
              <a:rPr sz="4000" b="1">
                <a:solidFill>
                  <a:srgbClr val="0F172A"/>
                </a:solidFill>
              </a:rPr>
              <a:t>Employee Orientation</a:t>
            </a:r>
          </a:p>
          <a:p>
            <a:pPr algn="ctr">
              <a:spcBef>
                <a:spcPts val="1800"/>
              </a:spcBef>
            </a:pPr>
            <a:r>
              <a:rPr sz="2200">
                <a:solidFill>
                  <a:srgbClr val="64748B"/>
                </a:solidFill>
              </a:rPr>
              <a:t>Jobs · Time Clock · 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Our Business in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Short-term rental cleaning &amp; co-hosting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Homeowners rent out their homes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on Airbnb / Vrbo as short-term rentals (STR).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Between guests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the property gets turned over — cleaned and reset to 5-star standard.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Your job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show up on time, do a great turnover, and clock in and out honestly.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Co-hosting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the full package — guest messaging, check-in, cleaning, maintenance — run through BizStack Hosts.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BizStack Hosts · Employee Orientation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Your Cleaner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How you log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Get a 4-digit PIN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from your manager — it's yours, don't share it.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Open the portal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bizstackperks.com/worker-login on your phone.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Log in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phone number + PIN. That's it.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Save it to your home screen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one tap to get to your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Tip: bookmarked on your phone = faster clock-ins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Your Portal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Everything on one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Assigned jobs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date, time, property, customer, and your pay per job.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Clock In / Clock Out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one button on every job.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On-site timer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see how long you've been on the clock.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My Paychecks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your digital pay stubs once your manager generates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BizStack Hosts · Employee Orientation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Why the Time Clock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Fair for you, fair for the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Location is tracked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ONLY while you're on the clock, at an assigned job.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Be where you say you are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no one can clock in from home and claim a job.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Pay is built from work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your paycheck comes from jobs you actually completed.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The golden rule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clock in when you arrive — clock out when you're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Right thing, right place, right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How to Clock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1. Arrive at the job site.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2. Open your portal → find the job → tap Clock In.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3. Allow location permission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— this is required for the time clock.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4. Within 100 m (1/16 mile) of the property? You're in.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You'll see ON THE CLOCK and a green in-zone message.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Too far away?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it won't let you clock in and shows how far you are. Walk to the property and retry.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The 100-metre rule protects everyone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While You're On the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Live location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your phone shares your position so your manager can see you're on site.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Keep the portal open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while you work — it keeps your location current.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Watch your timer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and your distance to the job.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Transparency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 can always see exactly what your manager sees.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Tracking runs only while clocked 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Clocking Out &amp; Finishing a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When the job is done, tap Clock Out.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Location sharing STOPS immediately.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No tracking off the clock, ever.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Then tap Mark Job Done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— the job now counts toward your paycheck.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Completed jobs = your paycheck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If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Don't guess — here's what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GPS won't turn 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phone Settings → Location → On for your browser. Refresh.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“Too far from the job”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confirm the address, walk closer, retry (GPS can lag 10–20 m).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No signal / button stalls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move somewhere with service; ask your manager to clock you in and know your exact arrival time.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Forgot my PIN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ask for a new one. Never share or borrow PINs.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Location feels off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tell your manager immediately — your location is never used off the clock.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When in doubt, call your manager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Pay &amp; Paychecks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Flat rate per job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your manager sets your rate.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Each Marked Done job adds to your earnings.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Pay periods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typically every two weeks — your manager generates paychecks.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Digital stubs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land in your portal under My Paychecks — open to print.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Your phone number + PIN = your pay stub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A Great Turnover in 60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5-star standard, every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4F46E5"/>
                </a:solidFill>
              </a:rPr>
              <a:t>▸ Photos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   property when you arrive and when you leave.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4F46E5"/>
                </a:solidFill>
              </a:rPr>
              <a:t>▸ Checklist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   kitchen, baths, bedrooms, floors, linens — follow the property checklist.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4F46E5"/>
                </a:solidFill>
              </a:rPr>
              <a:t>▸ Linens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   beds stripped, linens swapped, towels set to spec.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4F46E5"/>
                </a:solidFill>
              </a:rPr>
              <a:t>▸ Supplies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   restock to standard; tell your manager when they run low.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4F46E5"/>
                </a:solidFill>
              </a:rPr>
              <a:t>▸ Damages / issues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   photograph and report the same day.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4F46E5"/>
                </a:solidFill>
              </a:rPr>
              <a:t>▸ Final look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</a:rPr>
              <a:t>   locked, thermostat per instructions, lights set, nothing left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Every home is a 5-star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Conduct That Keeps You Hired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Be on time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the clock proves it, your host depends on it.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Never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share your PIN, clock in for someone else, or mark done what you didn't do.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Guest privacy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clean only — never share photos of guest belongings.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Property care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treat every home like your own.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Communicate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late? Running long? Text your manager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Honesty is the whole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Who to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Time clock or account issues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your manager, immediately.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Job questions / schedule changes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your manager.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Door access / alarm codes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your manager.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Emergency at a property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call 911 first, then your manager.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BizStack Hosts · Employee Orientation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748B"/>
                </a:solidFill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1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Login: bizstackperks.com/worker-login → phone + PIN.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2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On the job: Clock In (must be within 100 m of the property).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3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Work it. Portal stays open — location is live while on the clock.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4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Done? Clock Out → Mark Job Done.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5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Paycheck appears under My Paychecks.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4F46E5"/>
                </a:solidFill>
              </a:rPr>
              <a:t>▸ Question?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0F172A"/>
                </a:solidFill>
              </a:rPr>
              <a:t>   If it ever feels off,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We want you paid right and home on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